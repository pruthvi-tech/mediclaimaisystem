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803" r:id="rId2"/>
    <p:sldId id="833" r:id="rId3"/>
    <p:sldId id="824" r:id="rId4"/>
    <p:sldId id="828" r:id="rId5"/>
    <p:sldId id="834" r:id="rId6"/>
    <p:sldId id="805" r:id="rId7"/>
    <p:sldId id="829" r:id="rId8"/>
    <p:sldId id="832" r:id="rId9"/>
    <p:sldId id="830" r:id="rId10"/>
    <p:sldId id="8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23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211901" y="4004943"/>
            <a:ext cx="49129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MediClaimAISystem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8414"/>
              </p:ext>
            </p:extLst>
          </p:nvPr>
        </p:nvGraphicFramePr>
        <p:xfrm>
          <a:off x="1179534" y="1853591"/>
          <a:ext cx="9832932" cy="3014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Yeshvanth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  <a:r>
                        <a:rPr lang="en-US" dirty="0"/>
                        <a:t>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/  </a:t>
                      </a:r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Customer Contact Lead / Test Lead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Nandan P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 / Developer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Pruthviraj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DevOps / GitHub / Product Build / Documents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Problem Statement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408B4F9-E94B-4910-A3D7-99804E27A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57375" y="2136994"/>
            <a:ext cx="900278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patients and clinics face difficulty in managing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and submitting medical insurance claims efficiently. 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cause delays, errors, and lack of proper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tracking of claims. </a:t>
            </a: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23F3B5-A767-476D-9F95-0B668EBC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421" y="1787984"/>
            <a:ext cx="89477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interacted with Hospital staff and users who file insurance claims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Most users still depend on manual or semi-digital methods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Common problems:  </a:t>
            </a:r>
          </a:p>
          <a:p>
            <a:pPr marL="971550" lvl="1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 </a:t>
            </a:r>
          </a:p>
          <a:p>
            <a:pPr marL="971550" lvl="1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 in data entry </a:t>
            </a:r>
          </a:p>
          <a:p>
            <a:pPr marL="971550" lvl="1" indent="-51435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claim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Two men shaking hands outside&#10;&#10;Description automatically generated">
            <a:extLst>
              <a:ext uri="{FF2B5EF4-FFF2-40B4-BE49-F238E27FC236}">
                <a16:creationId xmlns:a16="http://schemas.microsoft.com/office/drawing/2014/main" id="{DA31A34C-7BA4-46E7-B1D5-128B7B06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357" y="1748629"/>
            <a:ext cx="2520553" cy="3360738"/>
          </a:xfrm>
          <a:prstGeom prst="rect">
            <a:avLst/>
          </a:prstGeom>
          <a:noFill/>
        </p:spPr>
      </p:pic>
      <p:pic>
        <p:nvPicPr>
          <p:cNvPr id="18" name="Picture 17" descr="Two men standing in front of a marble wall&#10;&#10;Description automatically generated">
            <a:extLst>
              <a:ext uri="{FF2B5EF4-FFF2-40B4-BE49-F238E27FC236}">
                <a16:creationId xmlns:a16="http://schemas.microsoft.com/office/drawing/2014/main" id="{A0E65F23-E420-45B5-925B-4B52A0700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301" y="1748629"/>
            <a:ext cx="2520554" cy="3360739"/>
          </a:xfrm>
          <a:prstGeom prst="rect">
            <a:avLst/>
          </a:prstGeom>
        </p:spPr>
      </p:pic>
      <p:pic>
        <p:nvPicPr>
          <p:cNvPr id="20" name="Picture 19" descr="Two men standing in front of a building&#10;&#10;Description automatically generated">
            <a:extLst>
              <a:ext uri="{FF2B5EF4-FFF2-40B4-BE49-F238E27FC236}">
                <a16:creationId xmlns:a16="http://schemas.microsoft.com/office/drawing/2014/main" id="{21C67655-7CA5-4DFA-88DE-FE4D7E67E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42" y="1748629"/>
            <a:ext cx="3163820" cy="3360738"/>
          </a:xfrm>
          <a:prstGeom prst="rect">
            <a:avLst/>
          </a:prstGeom>
        </p:spPr>
      </p:pic>
      <p:pic>
        <p:nvPicPr>
          <p:cNvPr id="23" name="Picture 22" descr="Two men standing in a room with a table and chairs&#10;&#10;Description automatically generated">
            <a:extLst>
              <a:ext uri="{FF2B5EF4-FFF2-40B4-BE49-F238E27FC236}">
                <a16:creationId xmlns:a16="http://schemas.microsoft.com/office/drawing/2014/main" id="{DCDD851B-2865-4389-9072-CD9D8DCD2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60" y="1746021"/>
            <a:ext cx="2520555" cy="336073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D597C0A-A6D6-4AD7-A391-F17A9FBFEA55}"/>
              </a:ext>
            </a:extLst>
          </p:cNvPr>
          <p:cNvSpPr txBox="1"/>
          <p:nvPr/>
        </p:nvSpPr>
        <p:spPr>
          <a:xfrm>
            <a:off x="2042243" y="828900"/>
            <a:ext cx="8107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interviews conducted to validate the problem statement</a:t>
            </a:r>
            <a:endParaRPr kumimoji="0" lang="en-IN" sz="24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82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Ideal Customer Profile (ICP)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669853"/>
            <a:ext cx="10801201" cy="432048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792BC5-B5CE-40A7-94A6-DB5AC075D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27" y="1295402"/>
            <a:ext cx="82676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Profile: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clinics and hospitals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aged 20–60 who use medical insurance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agents and clinic staff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Located in urban and semi-urban areas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B98D7F-ECA7-4871-9B1D-0BF54F5ED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27" y="3912841"/>
            <a:ext cx="6096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 Profile:</a:t>
            </a:r>
          </a:p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Prefer simple and fast solutions </a:t>
            </a:r>
          </a:p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Want to reduce paperwork and errors</a:t>
            </a:r>
          </a:p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better tracking of claims </a:t>
            </a:r>
          </a:p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highly technical users </a:t>
            </a: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90B656-0BC6-4E08-B3B7-D2F90154C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07" y="1172433"/>
            <a:ext cx="421005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Ravi Kumar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35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Occupation: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Hospital Assistant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Bengaluru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2B1F570-2BA0-4BE3-9A2E-C9770CC30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07" y="2610800"/>
            <a:ext cx="546735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Profile: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in a small Hospital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insurance claim documents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basic computer and smartphone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BA91DFF-97D4-41A0-9477-29CF20C8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07" y="4349737"/>
            <a:ext cx="557556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 Profile: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manual claim process time-consuming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Faces errors while entering data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Wants a simple and fast system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50000"/>
                  <a:lumOff val="5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easy tracking of claim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31" name="Picture 11" descr="2,347 Indian Male Nurse Stock Photos ...">
            <a:extLst>
              <a:ext uri="{FF2B5EF4-FFF2-40B4-BE49-F238E27FC236}">
                <a16:creationId xmlns:a16="http://schemas.microsoft.com/office/drawing/2014/main" id="{A49324D1-82BB-48EB-8A33-A44BCF9D3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518" y="481013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Product USP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53A131-2C4C-4D92-B427-6A1E8986F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325" y="2272181"/>
            <a:ext cx="80986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system for easy claim submission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 and saves time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processing and easy tracking of claims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clinics and non-technical users </a:t>
            </a: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C15F0-D89D-40DF-BF17-F881A8DC9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920621"/>
            <a:ext cx="832840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Documents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User uploads claim documents (images/PDF)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Documents are stored in the system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Details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Uploaded documents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Extracted details like name, date, amount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Edit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Extracted data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User can correct or confirm details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 Claim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Verified data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Claim is saved and processed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Claim Status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Claim ID / user request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Displays current status of claim </a:t>
            </a:r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Prototype Demo</a:t>
            </a:r>
            <a:endParaRPr lang="en-US" dirty="0"/>
          </a:p>
        </p:txBody>
      </p:sp>
      <p:pic>
        <p:nvPicPr>
          <p:cNvPr id="6" name="Picture 5" descr="A diagram of a workflow&#10;&#10;Description automatically generated">
            <a:extLst>
              <a:ext uri="{FF2B5EF4-FFF2-40B4-BE49-F238E27FC236}">
                <a16:creationId xmlns:a16="http://schemas.microsoft.com/office/drawing/2014/main" id="{B1C9B36E-CA62-45E8-BBCE-2F2F2DC0A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58" y="1233988"/>
            <a:ext cx="7810500" cy="491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587</Words>
  <Application>Microsoft Office PowerPoint</Application>
  <PresentationFormat>Widescreen</PresentationFormat>
  <Paragraphs>98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Problem Statement</vt:lpstr>
      <vt:lpstr> User/ Customer Understanding</vt:lpstr>
      <vt:lpstr>PowerPoint Presentation</vt:lpstr>
      <vt:lpstr>Ideal Customer Profile (ICP)</vt:lpstr>
      <vt:lpstr>Customer Persona (CP)</vt:lpstr>
      <vt:lpstr> Product USP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Ramaraj Sri</dc:creator>
  <cp:lastModifiedBy>PRUTHVIRAJ BHIMANNA KATTIMANI</cp:lastModifiedBy>
  <cp:revision>13</cp:revision>
  <dcterms:created xsi:type="dcterms:W3CDTF">2025-09-17T04:00:39Z</dcterms:created>
  <dcterms:modified xsi:type="dcterms:W3CDTF">2026-03-27T18:57:30Z</dcterms:modified>
</cp:coreProperties>
</file>